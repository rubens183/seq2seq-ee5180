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Mid-term reproduced Table 1 rows 3-4. End-term asks whether the single fixed-length vector is the binding constraint, and we answer it by implementing Bahdanau attention on the same codebase and rerunning the identical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requirement is qualitative. We treat implementing and measuring the fix as the way to demonstrate real understanding, rather than describing attention in prose.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Reversal is a workaround, and that is the hinge of this talk. If the fixed vector is the real constraint, then removing it should make the reversal trick unnecessary — which is a prediction we can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argument in one picture. The vector is fixed-width regardless of sentence length, and it is the only channel between encoder and decoder.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address the objection directly and we make it checkable. Lifting the 50-token cap matters even more here: long sentences are where the fixed vector is supposed to fail, so filtering them would have removed the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query is s_{t-1}, the state before the step — that ordering is the paper's, and we have a test asserting teacher-forced training and step-by-step decoding agree to 1e-6, because an off-by-one here would silently make training optimise a model that decoding does not implement.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experimental control is the point of this slide. If the arms differed in optimiser or corpus we could not attribute a BLEU gap to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measured rather than assumed. A microbenchmark first suggested 1.38x; the real pipeline with packing and bucketing came in at 1.18x. We also measured and rejected a cheaper non-input-feeding variant: it needed a single 2.8 GB allocation and drove the machine into swap.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byte-exact gate is the one we are proudest of. It converts 'we think the refactor was safe' into a checkable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cleanest possible statement of the bottleneck: a task with no language-model confound where the fixed-vector model simply cannot compete.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claim the direction and shape of the effect, never the absolute BLEU.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claim the direction and shape of the effect, never the absolute BLEU.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fixed-vector curve falls across the length buckets and the attention curve stays flat, the fixed-length vector was the binding constraint. If both fall equally, something else is — and we would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label the axis in encoder order rather than un-reversing it to make a prettier picture — the weights index the order the encoder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BLEU is a beam-mediated n-gram view. Perplexity by source length takes the decoding machinery out of the picture entirely, so it is the cleaner test of the same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step removes a constraint the previous one worked around. The move from additive to dot-product attention is not cosmetic: it is what makes all-pairs attention affordable, and we have the memory measurement to show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on what the evidence does and does not support is the point of the project, not a disclaimer.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83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fixed-vector bottleneck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3347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what removing it does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6382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Sutskever, Vinyals &amp; Le (2014)  →  Bahdanau, Cho &amp; Bengio (2015)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EE5180 course project  ·  end-term deliverable  ·  TA: Prasenjit Kr Mudi (EE21D057)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end-term asks for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the bottleneck problem of the fixed-length context vector.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it motivated Attention, and Attention the Transformer.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permitting: the roadmap on to modern LLM-based MT.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bar: don't just explain it — remove it and measure what happens.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Bahdanau attention on our own mid-term codebase, behind one flag.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the identical grid, with the baseline retrained on identical data.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SHAPE of the effect (BLEU vs source length), not just a higher number.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numeric grading weights were given for this topic; 'study' and 'explain' are the stated bar.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mid-term left us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2194560"/>
                <a:gridCol w="1920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Mid-term result (WMT'14, newstest2014, beam 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ppl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8346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source won on BLEU and perplexity, at every epoch and in every length bucket — the paper's central claim reproduced in direction.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reversal does not remove the bottleneck; it works AROUND it, by shortening the lag between a source word and the step that needs it.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arms still push the whole sentence through one vector before decoding starts.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BLEU is far below the paper's 26.17 / 30.59 — 500k pairs vs 12M, 2×512 vs 4×1000, one laptop GPU vs 8 GPUs for 10 days.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bottleneck, concretely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F6F7FB"/>
          </a:solidFill>
          <a:ln w="12700">
            <a:solidFill>
              <a:srgbClr val="D6DB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00784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encoder LSTM  ──▶   v   ──▶  decoder LSTM  ──▶  beam search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▲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2,048 real numbers (2 layers × 512 × h,c)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the paper's is 8,000 (4 × 1000 × h,c)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every decoder step reads the SAME v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must decide what to keep BEFORE it knows what the decoder will ask for.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60-token sentence gets exactly as much room as a 6-token one.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prediction: quality should fall as the source gets longer.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First: we stopped discarding mismatched pairs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in review of the mid-term — and it was right.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246888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WMT'14 pairs dropped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source/target length MISMATCH (ratio &gt; 2.5)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 the length cap (50 → 100 tokens)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170,275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line / exact duplicate (kept as hygiene)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23,273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training pairs (held FIXED)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65760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pair is not bad data because one language says the same thing in fewer words.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SIZE held fixed at 500k, so only the length distribution moves (mean target 26.1 → 30.8 tokens).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Mid-term pipeline untouched: it still regenerates the submitted corpus exactly.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RETRAINED on this data — otherwise the comparison confounds architecture with corpus.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prepare_report.json now records "ratio": 0 — the artefact to check, rather than taking the slide's word for it.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Bahdanau additive attention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6F7FB"/>
          </a:solidFill>
          <a:ln w="12700">
            <a:solidFill>
              <a:srgbClr val="D6DB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00784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e_tj = vᵀ tanh(W_enc h_j + W_dec s_{t-1})     score every source position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a_t  = softmax(e_t)                           pad positions masked out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c_t  = Σ_j a_tj h_j                           the context for step 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s_t  = LSTM([E y_{t-1} ; c_t], s_{t-1})       context enters the recurrence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 keeps one annotation h_j PER SOURCE POSITION, instead of only its final state.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 the query s_{t-1} IS the baseline's sentence vector — attention starts from the bottleneck and is then allowed to look back.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W_enc h_j is precomputed once per sentence, not once per step; that is what keeps it affordable.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flag is the only difference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7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attention: bahdanau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IDENTICAL: corpus, vocabulary, seed, batch order, length bucketing; plain SGD 0.7 with no momentum; the halving schedule; summed-NLL ÷ batch size with clip at 5; U(−0.08, 0.08) init — including on the attention parameters; beam search and both BLEU conventions.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arms read ONE config file. There is no second config to drift out of sync.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deviation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tanh readout, not the paper's maxout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of Bahdanau's terms kept (U_o s + V_o E y + C_o c); tanh bounds the output so SGD 0.7 / clip 5 transfer untouched. An unbounded readout needs its own tuning — then a BLEU gap could be an optimisation artefact.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unidirectional encoder (paper: BiRNN)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Adding bidirectionality alongside attention would confound the two. Separate flag, unused in reported runs.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into layer 1 + readout, not every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Bahdanau's decoder is single-layer, so any multi-layer placement deviates; this one measured no worse.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attention costs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29184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92224"/>
            <a:ext cx="3291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1.18×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8775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per epoch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(measured, make benchmark)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60520" y="1645920"/>
            <a:ext cx="329184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1792224"/>
            <a:ext cx="3291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+3.6%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270248" y="258775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57.6M → 59.9M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0" y="1645920"/>
            <a:ext cx="329184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0" y="1792224"/>
            <a:ext cx="3291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10.5 h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7882128" y="258775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WMT arms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one M1 Pro GPU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2900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enters the recurrence, so timesteps can no longer be one fused LSTM call — the decoder loop is ~3× slower in isolation.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decoder is a small share of a training step: the 32k-word softmax dominates. So it dilutes to 1.18× end to end.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parameter delta matters for the argument — the arms' BLEU gap cannot be waved away as extra capacity.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the same instrument as the mid-term's throughput table, at the end-term's batch and length distribution.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any result: did we break the mid-term?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EAF6EE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5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baseline-regression  →  hypotheses byte-identical on all 3,003 sentences, both directions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1064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meant changing the encoder and beam search — the code that produced the submitted mid-term. So we re-decode the submitted checkpoints and diff against the committed hypotheses. Decoding is deterministic, so the diff must be EMPTY — much sharper than "BLEU still rounds to 6.60".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gates total: 23 from the mid-term, unchanged and still green, plus 29 new.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Alignments sum to 1 and are EXACTLY 0 on padding (the source is always padded).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Teacher-forced training and step-by-step decoding agree to 1e-6.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MPS and CPU agree on loss and every gradient to 1e-3 — attention adds new Metal kernels.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bottleneck in miniature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source, over random tokens. Nothing is memorisable, so emitting position t REQUIRES reading source position 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01752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57984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17.77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95351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vector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/ sequence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840480" y="2011680"/>
            <a:ext cx="301752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0" y="2157984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950208" y="295351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attention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/ sequence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132320" y="2011680"/>
            <a:ext cx="3017520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0" y="2157984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28.60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242048" y="295351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</a:t>
            </a:r>
            <a:endParaRPr lang="en-US" sz="1150" dirty="0"/>
          </a:p>
        </p:txBody>
      </p:sp>
      <p:pic>
        <p:nvPicPr>
          <p:cNvPr id="14" name="Image 0" descr="/Users/rubenstalin/Library/Mobile Documents/com~apple~CloudDocs/Sem 7/Intro to ML/seq2seq-ee5180/results/copy_task/copy_task_align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3657600"/>
            <a:ext cx="4663440" cy="246888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48640" y="3749040"/>
            <a:ext cx="5852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vector cannot solve a task that is purely about reading the right source position.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solves it and learns the exact diagonal.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minute, no corpus — run before committing a night to WMT.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not the paper's SGD: a controlled demonstration, not a reported reproduction. Stated rather than buried.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WMT'14 En→Fr — the paper's own newstest2014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5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run — make endterm-wmt &amp;&amp; make results-endterm-wmt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pairs vs the paper's 12M; 2×512 vs 4×1000. Absolute BLEU is NOT comparable to Table 1.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Multi30k — 3 seeds, the full 2×2 grid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5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run — make endterm-multi30k &amp;&amp; make results-endterm-multi30k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29k image captions, 2×256 — not the paper's corpus or test set, but the only tier where we can afford error bars.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actual claim: the SHAPE of the curve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"attention scores higher" — a better model would do that. The claim is that a FIXED-WIDTH vector degrades as sentences grow, and attention does 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5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run — make results-endterm-wmt results-endterm-multi30k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model actually reads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5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run — make alignments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bottleneck without BLEU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5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run — make probe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→ Transformer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6F7FB"/>
          </a:solidFill>
          <a:ln w="12700">
            <a:solidFill>
              <a:srgbClr val="D6DB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00784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fixed vector            →  attention,            →  attention only,      →  decoder-only LLMs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Sutskever 2014             recurrence kept          recurrence removed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(our mid-term)             Bahdanau 2015            Vaswani 2017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82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(this report)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11064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gives a CONSTANT-LENGTH path between any source position and any target step. The recurrence's path grows with distance — which is exactly why the paper had to reverse the source.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why keep the recurrence? Its last job was context-dependent representations — and attention can do that too, by attending to itself.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it buys what an LSTM never can: timesteps stop being sequentially dependent. We PAID that cost and measured it — our attention decoder is ~3× slower precisely because the context enters the recurrence and forces a per-step loop.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had to close first: positional encodings (a set has no order), multiple heads (one distribution expresses one alignment), and the scaled DOT-PRODUCT score — our additive energy needs a (B,T,S,A) tensor, 2.8 GB in one allocation at our batch, which we measured driving this machine into swap. QKᵀ/√d needs two matmuls.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to have tested the Transformer step — the self-attention run stayed out of scope. The runs here support the first arrow.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claim, and what we do not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comparable BLEU. 500k pairs vs 12M, 2×512 vs 4×1000, 32k/32k vocab vs 160k/80k, one laptop GPU vs 8 GPUs for 10 days.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claim the direction and the shape: whether the fixed-vector arm degrades with source length and the attention arm does not; whether the reversal gap shrinks.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controlled: one flag apart, +3.6% parameters, baseline retrained on identical data.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mid-term is untouched — its hypotheses re-decode byte-identically.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results are reported. The mid-term's beam trend did not reproduce and we said so.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pair is dropped for a source/target length mismatch; prepare_report.json records "ratio": 0.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fixed-vector bottleneck</dc:title>
  <dc:subject>PptxGenJS Presentation</dc:subject>
  <dc:creator>EE5180 project group</dc:creator>
  <cp:lastModifiedBy>EE5180 project group</cp:lastModifiedBy>
  <cp:revision>1</cp:revision>
  <dcterms:created xsi:type="dcterms:W3CDTF">2026-10-27T13:26:54Z</dcterms:created>
  <dcterms:modified xsi:type="dcterms:W3CDTF">2026-10-27T13:26:54Z</dcterms:modified>
</cp:coreProperties>
</file>