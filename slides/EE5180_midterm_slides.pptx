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 Table 1 rows 3 and 4 — single forward vs single reversed LSTM — at reduced scale, and are explicit throughout that absolute BLEU is not comparable to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3 and 4 are also the cheapest scientifically meaningful pair — no ensembling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sec. 3.3: perplexity 5.8 -&gt; 4.7, BLEU 25.9 -&gt; 30.6. This is the paper's key technical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74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Reproducing Table 1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249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to Sequence Learning with Neural Networks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— Google — NeurIPS 2014 — arXiv:1409.3215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mid-term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mid-term asks for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1 row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cased BLEU on ntst14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two rows: they differ in exactly one thing — the direction the encoder reads the source — so together they isolate the paper's central empirical claim.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20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1–2 rows of Table 1 and demonstrate understanding of the method.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End-term: study the fixed-vector bottleneck and how it motivated Attention → Transformer.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model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81328"/>
            <a:ext cx="1152144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 reads the source and ends in a state </a:t>
            </a:r>
            <a:pPr indent="0" marL="0">
              <a:buNone/>
            </a:pPr>
            <a:r>
              <a:rPr lang="en-US" sz="15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(h, c)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state — and nothing else — conditions a </a:t>
            </a:r>
            <a:pPr indent="0" marL="0">
              <a:buNone/>
            </a:pPr>
            <a:r>
              <a:rPr lang="en-US" sz="15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LSTM, a language model over the target. Trained by maximising log p(T | S); decoded by beam search.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4 layers x 1000 cells = 8000 numbers per sentence. Ours: 2 x 512 = 2048.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UNDER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reversing the source should help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time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leaves the average distance between corresponding words unchanged, but collapses the minimal time lag from the sentence length to one step — so backpropagation has a short path to establish the source→target correspondence early.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never reversed.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CAVEAT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BLEU is not comparable to the paper's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 → 0.5M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sentence pairs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384M → 58M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9244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GPUs, 10 days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1 laptop GPU, 5 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claim reproduction of the direction, ordering and shape of the effects — never of the absolute numbers. Every table we show repeats this.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exactly as in the paper:  separate enc/dec LSTMs  ·  U(−0.08, 0.08) init  ·  plain SGD lr 0.7 with halving  ·  batch 128, loss ÷ batch size so clip@5 means what the paper says  ·  length bucketing  ·  beam search with hypotheses leaving the beam on &lt;EOS&gt;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News-Commentary v9 + Europarl v7 En–Fr — both constituent corpora of the official WMT'14 training set; 1,087,880 pairs survive cleaning, we sample 500,000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newstest2014, full 3003-sentence version — the paper's own ntst14, fetched via sacreBLEU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newstest2013.  Vocabulary 32k / 32k, OOV → UNK (5.8% OOV on the English test side)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BLEU numbers, always both: tokenized cased BLEU (the multi-bleu.pl equivalent the paper used) and standard sacreBLEU on detokenized output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279392"/>
            <a:ext cx="10661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worth flagging.  </a:t>
            </a:r>
            <a:pPr indent="0" marL="0">
              <a:buNone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News-Commentary v9 contains ~2,900 bare carriage returns inside lines — a different count in English than in French. Python's default newline handling splits on them and silently misaligns the parallel corpus. Our reader splits on \n only; two regression tests pin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1 rows 3 and 4, reproduced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1691640"/>
                <a:gridCol w="1783080"/>
                <a:gridCol w="1463040"/>
                <a:gridCol w="15544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(tok)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 (detok)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ppl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60520"/>
            <a:ext cx="3502152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306824"/>
            <a:ext cx="3502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+2.71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510235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from reversal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(paper: +4.42)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25112" y="4160520"/>
            <a:ext cx="3502152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25112" y="4306824"/>
            <a:ext cx="3502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7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4434840" y="510235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test perplexity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(paper: 19%)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10728" y="4160520"/>
            <a:ext cx="3502152" cy="1481328"/>
          </a:xfrm>
          <a:prstGeom prst="roundRect">
            <a:avLst>
              <a:gd name="adj" fmla="val 5556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10728" y="4306824"/>
            <a:ext cx="3502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ntst14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5102352"/>
            <a:ext cx="3282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the paper's own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3003-sentence test set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gap applies: 0.5M pairs vs 12M, 2x512 vs 4x1000, 32k/32k vocab vs 160k/80k. Compare within our column, not against the paper's.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TABLE 1 TRENDS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 size and sentence length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wmt14_small/bea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394960" cy="3246120"/>
          </a:xfrm>
          <a:prstGeom prst="rect">
            <a:avLst/>
          </a:prstGeom>
        </p:spPr>
      </p:pic>
      <p:pic>
        <p:nvPicPr>
          <p:cNvPr id="5" name="Image 1" descr="/Users/rubenstalin/Library/Mobile Documents/com~apple~CloudDocs/Sem 7/Intro to ML/seq2seq-ee5180/results/wmt14_small/bleu_by_leng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394960" cy="3246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1947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Beam: 6.41 → 6.82 → 6.60 BLEU. It peaks at beam 2, so the paper's monotone beam gain does NOT reproduce — a wider beam finds likelier but worse translations. Length: reversed leads in every bucket, but falls from 9.5 to 3.7 BLEU on the longest sentences.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Right-hand panel is our analogue of the paper's Fig. 3.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EVIDENCE — MULTI30K En→Fr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seed-controlled replication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737360"/>
            <a:ext cx="544068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627632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pairs, same language direction — trains in minutes, so we can afford three seeds per arm.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Table 1 reproduction: different corpus, domain and test set. It shows the effect survives where we can control for seed noise.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moves BLEU 3.75 → 16.02 and test perplexity 14.35 → 8.93 at beam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is proportionally larger than the paper's — with only 29k pairs the forward model never learns a reliable correspondence, so it emits fluent French that does not track the source.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(blue) sits below forward (red) at every epoch, in all 3 seeds.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right before spending compute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gates (23 tests, ~3 s)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at B=1 is exactly greedy decoding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beam never returns a lower-scoring hypothesis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input by hand and setting the flag cancel out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does not change the encoder's sentence vector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the references against themselves gives BLEU 100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gradients to 1e-3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508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worth keeping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93852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misalignment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1401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~2,900 in-line carriage returns in News-Commentary v9, unequal across languages — would have trained on mismatched pairs, silently.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381304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9× too slow on GPU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8853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is latency-bound: 317 ms/sentence on MPS vs 34 ms on CPU. Training stays on GPU; decoding moved to CPU.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PyTorch's Metal LSTM has a history of silently wrong numbers — finding that after an overnight run costs a day.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 — and what it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788920"/>
          </a:xfrm>
          <a:prstGeom prst="roundRect">
            <a:avLst>
              <a:gd name="adj" fmla="val 2951"/>
            </a:avLst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gains +2.71 BLEU and cuts test perplexity 25% (paper: +4.42, 19%) with nothing else changed.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model leads at every epoch and in every sentence-length bucket.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helps: 3 reversed seeds add +2.7 BLEU on Multi30k.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212080" cy="2788920"/>
          </a:xfrm>
          <a:prstGeom prst="roundRect">
            <a:avLst>
              <a:gd name="adj" fmla="val 2951"/>
            </a:avLst>
          </a:prstGeom>
          <a:solidFill>
            <a:srgbClr val="FAEDED"/>
          </a:solidFill>
          <a:ln w="12700">
            <a:solidFill>
              <a:srgbClr val="FA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reproduce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Monotone gains from a wider beam: BLEU peaks at beam 2, and length normalisation makes beam 12 worse.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on long sentences: both models degrade past 40 source tokens.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near 26–31 — 24× less data, and ~16% of output tokens are &lt;unk&gt;.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63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attempted: the 5-model ensemble rows on WMT and Table 2's rescoring. We report the misses rather than hide them.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END-TERM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190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passes through one fixed vector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twelve-word sentence and a fifty-word sentence are compressed into the same 2048 numbers before a single target word is emitted. That is the bottleneck. In our runs on ntst14, reversed-model BLEU falls from 9.5 on 1-10-token sources to 3.7 on 41-inf — the paper, at full scale, reported no such degradation.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and perplexity by source-length bucket; probe encoder-state saturation.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this same codebase; rerun the identical grid.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attention to the Transformer, and on to modern LLM-based MT.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will be demonstrated, not merely argued.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Sutskever et al. (2014)</dc:title>
  <dc:subject>PptxGenJS Presentation</dc:subject>
  <dc:creator>EE5180 project group</dc:creator>
  <cp:lastModifiedBy>EE5180 project group</cp:lastModifiedBy>
  <cp:revision>1</cp:revision>
  <dcterms:created xsi:type="dcterms:W3CDTF">2026-09-14T08:23:30Z</dcterms:created>
  <dcterms:modified xsi:type="dcterms:W3CDTF">2026-09-14T08:23:30Z</dcterms:modified>
</cp:coreProperties>
</file>