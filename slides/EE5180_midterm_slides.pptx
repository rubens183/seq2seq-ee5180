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reproduce Table 1 rows 3 and 4 — single forward vs single reversed LSTM — at reduced scale, and are explicit throughout that absolute BLEU is not comparable to the paper's.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Rows 3 and 4 are also the cheapest scientifically meaningful pair — no ensembling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 sec. 3.3: perplexity 5.8 -&gt; 4.7, BLEU 25.9 -&gt; 30.6. This is the paper's key technical contribution.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74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Reproducing Table 1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249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to Sequence Learning with Neural Networks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Sutskever, Vinyals &amp; Le — Google — NeurIPS 2014 — arXiv:1409.3215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EE5180 course project  ·  mid-term deliverable  ·  TA: Prasenjit Kr Mudi (EE21D057)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mid-term asks for</a:t>
            </a:r>
            <a:endParaRPr lang="en-US" sz="3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1 row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Paper, cased BLEU on ntst14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LSTM, beam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LSTM, beam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two rows: they differ in exactly one thing — the direction the encoder reads the source — so together they isolate the paper's central empirical claim.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20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1–2 rows of Table 1 and demonstrate understanding of the method.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End-term: study the fixed-vector bottleneck and how it motivated Attention → Transformer.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figures/model_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481328"/>
            <a:ext cx="1152144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LSTM reads the source and ends in a state </a:t>
            </a:r>
            <a:pPr indent="0" marL="0">
              <a:buNone/>
            </a:pPr>
            <a:r>
              <a:rPr lang="en-US" sz="1500" b="1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(h, c)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 state — and nothing else — conditions a </a:t>
            </a:r>
            <a:pPr indent="0" marL="0">
              <a:buNone/>
            </a:pPr>
            <a:r>
              <a:rPr lang="en-US" sz="15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decoder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LSTM, a language model over the target. Trained by maximising log p(T | S); decoded by beam search.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4 layers x 1000 cells = 8000 numbers per sentence. Ours: 2 x 512 = 2048.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UNDER TEST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reversing the source should help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figures/time_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3108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leaves the average distance between corresponding words unchanged, but collapses the minimal time lag from the sentence length to one step — so backpropagation has a short path to establish the source→target correspondence early.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never reversed.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CAVEAT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BLEU is not comparable to the paper's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12M → 0.5M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sentence pairs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384M → 58M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9244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GPUs, 10 days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1 laptop GPU, 5 h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77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claim reproduction of the direction, ordering and shape of the effects — never of the absolute numbers. Every table we show repeats this.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92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exactly as in the paper:  separate enc/dec LSTMs  ·  U(−0.08, 0.08) init  ·  plain SGD lr 0.7 with halving  ·  batch 128, loss ÷ batch size so clip@5 means what the paper says  ·  length bucketing  ·  beam search with hypotheses leaving the beam on &lt;EOS&gt;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and evaluation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News-Commentary v9 + Europarl v7 En–Fr — both constituent corpora of the official WMT'14 training set; 1,087,880 pairs survive cleaning, we sample 500,000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newstest2014, full 3003-sentence version — the paper's own ntst14, fetched via sacreBLEU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newstest2013.  Vocabulary 32k / 32k, OOV → UNK (5.8% OOV on the English test side)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BLEU numbers, always both: tokenized cased BLEU (the multi-bleu.pl equivalent the paper used) and standard sacreBLEU on detokenized output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279392"/>
            <a:ext cx="10661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bug worth flagging.  </a:t>
            </a:r>
            <a:pPr indent="0" marL="0">
              <a:buNone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News-Commentary v9 contains ~2,900 bare carriage returns inside lines — a different count in English than in French. Python's default newline handling splits on them and silently misaligns the parallel corpus. Our reader splits on \n only; two regression tests pin it.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1 rows 3 and 4, reproduced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WMT'14 runs still training — regenerate with `make results-wmt &amp;&amp; node scripts/make_slides.js`.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gap applies: 0.5M pairs vs 12M, 2x512 vs 4x1000, 32k/32k vocab vs 160k/80k. Compare within our column, not against the paper's.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TABLE 1 TRENDS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 size and sentence length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multi30k/beam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5394960" cy="3246120"/>
          </a:xfrm>
          <a:prstGeom prst="rect">
            <a:avLst/>
          </a:prstGeom>
        </p:spPr>
      </p:pic>
      <p:pic>
        <p:nvPicPr>
          <p:cNvPr id="5" name="Image 1" descr="/Users/rubenstalin/Library/Mobile Documents/com~apple~CloudDocs/Sem 7/Intro to ML/seq2seq-ee5180/results/multi30k/bleu_by_leng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5394960" cy="3246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956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2 recovers 93% of the gain from beam 1 to beam 12 — reproducing the paper's observation that "a beam of size 2 provides most of the benefits of beam search".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 Multi30k while the WMT runs finish.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EVIDENCE — MULTI30K En→Fr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seed-controlled replication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multi30k/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737360"/>
            <a:ext cx="544068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627632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29k pairs, same language direction — trains in minutes, so we can afford three seeds per arm.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Table 1 reproduction: different corpus, domain and test set. It shows the effect survives where we can control for seed noise.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moves BLEU 3.75 → 16.02 and test perplexity 14.35 → 8.93 at beam 12.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is proportionally larger than the paper's — with only 29k pairs the forward model never learns a reliable correspondence, so it emits fluent French that does not track the source.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Reversed (blue) sits below forward (red) at every epoch.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it right before spending compute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gates (pytest, ~12 s)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search at B=1 is exactly greedy decoding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wider beam never returns a lower-scoring hypothesis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the input by hand and setting the flag cancel out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does not change the encoder's sentence vector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the references against themselves gives BLEU 100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MPS and CPU agree on loss and gradients to 1e-3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5087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findings worth keeping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1938528"/>
            <a:ext cx="5212080" cy="1645920"/>
          </a:xfrm>
          <a:prstGeom prst="roundRect">
            <a:avLst>
              <a:gd name="adj" fmla="val 5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0574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misalignment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414016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~2,900 in-line carriage returns in News-Commentary v9, unequal across languages — would have trained on mismatched pairs, silently.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3813048"/>
            <a:ext cx="5212080" cy="1645920"/>
          </a:xfrm>
          <a:prstGeom prst="roundRect">
            <a:avLst>
              <a:gd name="adj" fmla="val 5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9× too slow on GPU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288536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search is latency-bound: 317 ms/sentence on MPS vs 34 ms on CPU. Training stays on GPU; decoding moved to CPU.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PyTorch's Metal LSTM has a history of silently wrong numbers — finding that after an overnight run costs a day.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establishes — and what it does not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EAF0FA"/>
          </a:solidFill>
          <a:ln w="12700">
            <a:solidFill>
              <a:srgbClr val="EAF0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4892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the source improves both BLEU and perplexity by a clear margin, under an otherwise identical setup.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beam of 2 captures most of the benefit of a beam of 12.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of Table 1 rows 3 and 4 holds at our scale.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0" y="1600200"/>
            <a:ext cx="5212080" cy="3566160"/>
          </a:xfrm>
          <a:prstGeom prst="roundRect">
            <a:avLst>
              <a:gd name="adj" fmla="val 2308"/>
            </a:avLst>
          </a:prstGeom>
          <a:solidFill>
            <a:srgbClr val="FAEDED"/>
          </a:solidFill>
          <a:ln w="12700">
            <a:solidFill>
              <a:srgbClr val="FAED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783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attempted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24028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BLEU anywhere near 26–31.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5-model ensemble rows of Table 1.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1000-best SMT rescoring of Table 2.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need the paper's data and compute. We say so, rather than presenting a smaller number as if it were comparable.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END-TERM GOES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190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passes through one fixed vector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twelve-word sentence and a fifty-word sentence are compressed into the same 2048 numbers before a single target word is emitted. That is the bottleneck. In our runs on Multi30k, reversed-model BLEU falls from 20.2 on 1-10-token sources to 7.9 on 21-30 — the paper, at full scale, reported no such degradation.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and perplexity by source-length bucket; probe encoder-state saturation.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655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Bahdanau attention on this same codebase; rerun the identical grid.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1987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attention to the Transformer, and on to modern LLM-based MT.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will be demonstrated, not merely argued.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Reproducing Sutskever et al. (2014)</dc:title>
  <dc:subject>PptxGenJS Presentation</dc:subject>
  <dc:creator>EE5180 project group</dc:creator>
  <cp:lastModifiedBy>EE5180 project group</cp:lastModifiedBy>
  <cp:revision>1</cp:revision>
  <dcterms:created xsi:type="dcterms:W3CDTF">2026-09-07T09:46:15Z</dcterms:created>
  <dcterms:modified xsi:type="dcterms:W3CDTF">2026-09-07T09:46:15Z</dcterms:modified>
</cp:coreProperties>
</file>